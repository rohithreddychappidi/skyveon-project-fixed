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192"/>
                </a:solidFill>
              </a:rPr>
              <a:t>Skyveon Learning 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Sample PPT Lesson — upload this to test Office→PDF conversion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92"/>
                </a:solidFill>
              </a:rPr>
              <a:t>What this tests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LibreOffice headless conversion (PPT -&gt; PDF)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conversionStatus moving PENDING -&gt; DONE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converted PDF being watermarked live per viewer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2026-07-18T03:41:57Z</dcterms:created>
  <dcterms:modified xsi:type="dcterms:W3CDTF">2026-07-18T03:41:57Z</dcterms:modified>
</cp:coreProperties>
</file>